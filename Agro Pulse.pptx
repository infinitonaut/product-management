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FF3D4E7-7A73-461B-960D-B8F1379EE219}">
          <p14:sldIdLst>
            <p14:sldId id="256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86414" autoAdjust="0"/>
  </p:normalViewPr>
  <p:slideViewPr>
    <p:cSldViewPr>
      <p:cViewPr varScale="1">
        <p:scale>
          <a:sx n="87" d="100"/>
          <a:sy n="87" d="100"/>
        </p:scale>
        <p:origin x="-1459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CB55FCD-93BC-47E1-A552-B3868EF4D249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848947A-798E-4361-A874-0D74B025DDB6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effectLst/>
              </a:rPr>
              <a:t>*</a:t>
            </a:r>
            <a:r>
              <a:rPr lang="en-IN" dirty="0" err="1" smtClean="0">
                <a:effectLst/>
              </a:rPr>
              <a:t>Agropulse</a:t>
            </a:r>
            <a:r>
              <a:rPr lang="en-IN" dirty="0" smtClean="0">
                <a:effectLst/>
              </a:rPr>
              <a:t>*</a:t>
            </a:r>
            <a:r>
              <a:rPr lang="en-IN" dirty="0" smtClean="0"/>
              <a:t> </a:t>
            </a:r>
            <a:r>
              <a:rPr lang="en-IN" dirty="0"/>
              <a:t>(An Agro Tech based B2B SaaS Product)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Submitted By: </a:t>
            </a:r>
            <a:r>
              <a:rPr lang="en-IN" dirty="0" err="1" smtClean="0"/>
              <a:t>Shailesh</a:t>
            </a:r>
            <a:r>
              <a:rPr lang="en-IN" dirty="0" smtClean="0"/>
              <a:t> Kumar </a:t>
            </a:r>
            <a:r>
              <a:rPr lang="en-IN" dirty="0" err="1" smtClean="0"/>
              <a:t>Jha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39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91264" cy="576064"/>
          </a:xfrm>
        </p:spPr>
        <p:txBody>
          <a:bodyPr/>
          <a:lstStyle/>
          <a:p>
            <a:pPr algn="ctr"/>
            <a:r>
              <a:rPr lang="en-IN" dirty="0"/>
              <a:t>Problem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8219256" cy="5472608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is facing the problem?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 Producer Organizations (FPOs)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distributors &amp; buyers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processing companies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Problems: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Fragmented farm-level data (crop, yield, quality, pricing)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Inefficient demand–supply matching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post-harvest losses &amp; price volatility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visibility into procurement and farmer performance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farmer income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Unpredictable supply for buyers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operational costs across the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chain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08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91264" cy="576064"/>
          </a:xfrm>
        </p:spPr>
        <p:txBody>
          <a:bodyPr/>
          <a:lstStyle/>
          <a:p>
            <a:pPr algn="ctr"/>
            <a:r>
              <a:rPr lang="en-IN" dirty="0"/>
              <a:t>Market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8219256" cy="5472608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Customers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(Ideal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Profile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 Producer Organizations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(5,000+ in India)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processors &amp; exporters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buyers (retail chains, FMCG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sourcing teams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Size (India-first):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₹15,000+ Cr (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supply chain tech)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₹3,000 Cr (FPOs &amp; organized buyers)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 (3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₹150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Now?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FPO push by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Rising climate uncertainty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 for traceability &amp; predictability</a:t>
            </a:r>
          </a:p>
        </p:txBody>
      </p:sp>
    </p:spTree>
    <p:extLst>
      <p:ext uri="{BB962C8B-B14F-4D97-AF65-F5344CB8AC3E}">
        <p14:creationId xmlns:p14="http://schemas.microsoft.com/office/powerpoint/2010/main" val="88096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91264" cy="576064"/>
          </a:xfrm>
        </p:spPr>
        <p:txBody>
          <a:bodyPr/>
          <a:lstStyle/>
          <a:p>
            <a:pPr algn="ctr"/>
            <a:r>
              <a:rPr lang="en-IN" dirty="0"/>
              <a:t>Business Model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8219256" cy="5472608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Streams: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Subscription SaaS (₹30k–₹2L / year per org)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Usage-based analytics (forecasting, alerts)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integrations (ERP, procurement systems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Logic: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Tiered pricing by number of farmers, crops, and regions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pilot → paid annual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Retention (90%+)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savings per client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91264" cy="576064"/>
          </a:xfrm>
        </p:spPr>
        <p:txBody>
          <a:bodyPr/>
          <a:lstStyle/>
          <a:p>
            <a:pPr algn="ctr"/>
            <a:r>
              <a:rPr lang="en-IN" dirty="0"/>
              <a:t>Roadmap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8219256" cy="54726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0–3 Months (MVP):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 &amp; crop data ingestion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dashboards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Pilot with 2–3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FPOs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3–6 Months: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Yield &amp; price forecasting models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Procurement planning module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Paid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subscriptions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6–12 Months: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Satellite + weather intelligence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Buyer–supplier matching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clients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boarding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12+ Months: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decision engine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Cross-border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trade intelligence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27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91264" cy="576064"/>
          </a:xfrm>
        </p:spPr>
        <p:txBody>
          <a:bodyPr/>
          <a:lstStyle/>
          <a:p>
            <a:pPr algn="ctr"/>
            <a:r>
              <a:rPr lang="en-IN" dirty="0"/>
              <a:t>Problem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8219256" cy="547260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Who is facing the problem?</a:t>
            </a:r>
            <a:endParaRPr lang="en-US" dirty="0"/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Farmer Producer Organizations (FPOs)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 smtClean="0"/>
              <a:t>Agricultural </a:t>
            </a:r>
            <a:r>
              <a:rPr lang="en-US" dirty="0"/>
              <a:t>input distributors &amp; buyers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Food processing </a:t>
            </a:r>
            <a:r>
              <a:rPr lang="en-US" dirty="0" smtClean="0"/>
              <a:t>companies</a:t>
            </a:r>
          </a:p>
          <a:p>
            <a:endParaRPr lang="en-US" dirty="0"/>
          </a:p>
          <a:p>
            <a:r>
              <a:rPr lang="en-US" b="1" dirty="0"/>
              <a:t>Core Problems:</a:t>
            </a:r>
            <a:endParaRPr lang="en-US" dirty="0"/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Fragmented farm-level data (crop, yield, quality, pricing)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Inefficient demand–supply matching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High post-harvest losses &amp; price volatility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Poor visibility into procurement and farmer </a:t>
            </a:r>
            <a:r>
              <a:rPr lang="en-US" dirty="0" smtClean="0"/>
              <a:t>performance</a:t>
            </a:r>
          </a:p>
          <a:p>
            <a:endParaRPr lang="en-US" dirty="0"/>
          </a:p>
          <a:p>
            <a:r>
              <a:rPr lang="en-US" b="1" dirty="0"/>
              <a:t>Result:</a:t>
            </a:r>
            <a:endParaRPr lang="en-US" dirty="0"/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Low farmer income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Unpredictable supply for buyers</a:t>
            </a:r>
          </a:p>
          <a:p>
            <a:pPr marL="416052" indent="-342900">
              <a:buFont typeface="Arial" panose="020B0604020202020204" pitchFamily="34" charset="0"/>
              <a:buChar char="•"/>
            </a:pPr>
            <a:r>
              <a:rPr lang="en-US" dirty="0"/>
              <a:t>High operational costs across the </a:t>
            </a:r>
            <a:r>
              <a:rPr lang="en-US" dirty="0" smtClean="0"/>
              <a:t>agricultural </a:t>
            </a:r>
            <a:r>
              <a:rPr lang="en-US" dirty="0"/>
              <a:t>value chain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45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91264" cy="576064"/>
          </a:xfrm>
        </p:spPr>
        <p:txBody>
          <a:bodyPr/>
          <a:lstStyle/>
          <a:p>
            <a:pPr algn="ctr"/>
            <a:r>
              <a:rPr lang="en-IN" dirty="0"/>
              <a:t>Closing Line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2852936"/>
            <a:ext cx="8219256" cy="1512168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End…</a:t>
            </a:r>
          </a:p>
          <a:p>
            <a:pPr algn="ctr"/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You…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619944" y="1133128"/>
            <a:ext cx="8219256" cy="1512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marL="73152" indent="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AgroPulse turns agriculture’s uncertainty into predictable, profitable decisions for every player in the supply chain.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7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385</Words>
  <Application>Microsoft Office PowerPoint</Application>
  <PresentationFormat>On-screen Show (4:3)</PresentationFormat>
  <Paragraphs>86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Apex</vt:lpstr>
      <vt:lpstr>*Agropulse* (An Agro Tech based B2B SaaS Product)</vt:lpstr>
      <vt:lpstr>Problem</vt:lpstr>
      <vt:lpstr>Market</vt:lpstr>
      <vt:lpstr>Business Model</vt:lpstr>
      <vt:lpstr>Roadmap</vt:lpstr>
      <vt:lpstr>Problem</vt:lpstr>
      <vt:lpstr>Closing Line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SaaS product</dc:title>
  <dc:creator>Shailesh Jha</dc:creator>
  <cp:lastModifiedBy>Shailesh Jha</cp:lastModifiedBy>
  <cp:revision>5</cp:revision>
  <dcterms:created xsi:type="dcterms:W3CDTF">2025-12-30T08:31:56Z</dcterms:created>
  <dcterms:modified xsi:type="dcterms:W3CDTF">2025-12-30T08:56:01Z</dcterms:modified>
</cp:coreProperties>
</file>